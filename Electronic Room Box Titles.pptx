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0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" userId="363cc623-dfb4-4f05-b8b1-e02724349bd7" providerId="ADAL" clId="{72831D8E-F67F-4196-93BE-A601DF3F9C70}"/>
    <pc:docChg chg="modSld">
      <pc:chgData name="Jake" userId="363cc623-dfb4-4f05-b8b1-e02724349bd7" providerId="ADAL" clId="{72831D8E-F67F-4196-93BE-A601DF3F9C70}" dt="2022-08-17T22:31:09.570" v="78"/>
      <pc:docMkLst>
        <pc:docMk/>
      </pc:docMkLst>
      <pc:sldChg chg="addSp modSp mod">
        <pc:chgData name="Jake" userId="363cc623-dfb4-4f05-b8b1-e02724349bd7" providerId="ADAL" clId="{72831D8E-F67F-4196-93BE-A601DF3F9C70}" dt="2022-08-17T22:28:18.453" v="70" actId="14100"/>
        <pc:sldMkLst>
          <pc:docMk/>
          <pc:sldMk cId="3329850755" sldId="256"/>
        </pc:sldMkLst>
        <pc:spChg chg="mod">
          <ac:chgData name="Jake" userId="363cc623-dfb4-4f05-b8b1-e02724349bd7" providerId="ADAL" clId="{72831D8E-F67F-4196-93BE-A601DF3F9C70}" dt="2022-08-17T22:20:42.191" v="31" actId="164"/>
          <ac:spMkLst>
            <pc:docMk/>
            <pc:sldMk cId="3329850755" sldId="256"/>
            <ac:spMk id="4" creationId="{3AC0D654-93B2-4168-8EB6-082E5DAEA9E5}"/>
          </ac:spMkLst>
        </pc:spChg>
        <pc:spChg chg="mod">
          <ac:chgData name="Jake" userId="363cc623-dfb4-4f05-b8b1-e02724349bd7" providerId="ADAL" clId="{72831D8E-F67F-4196-93BE-A601DF3F9C70}" dt="2022-08-17T22:20:36.897" v="29" actId="164"/>
          <ac:spMkLst>
            <pc:docMk/>
            <pc:sldMk cId="3329850755" sldId="256"/>
            <ac:spMk id="6" creationId="{18D1F997-88A8-457F-8420-C721DD9716F2}"/>
          </ac:spMkLst>
        </pc:spChg>
        <pc:spChg chg="mod">
          <ac:chgData name="Jake" userId="363cc623-dfb4-4f05-b8b1-e02724349bd7" providerId="ADAL" clId="{72831D8E-F67F-4196-93BE-A601DF3F9C70}" dt="2022-08-17T22:20:23.236" v="26" actId="164"/>
          <ac:spMkLst>
            <pc:docMk/>
            <pc:sldMk cId="3329850755" sldId="256"/>
            <ac:spMk id="11" creationId="{20E4748E-40EF-4B46-98D1-0082B681DBDE}"/>
          </ac:spMkLst>
        </pc:spChg>
        <pc:spChg chg="mod">
          <ac:chgData name="Jake" userId="363cc623-dfb4-4f05-b8b1-e02724349bd7" providerId="ADAL" clId="{72831D8E-F67F-4196-93BE-A601DF3F9C70}" dt="2022-08-17T22:20:19.711" v="24" actId="164"/>
          <ac:spMkLst>
            <pc:docMk/>
            <pc:sldMk cId="3329850755" sldId="256"/>
            <ac:spMk id="13" creationId="{0AB7711C-FEB6-4B47-A226-7A69B03CBABE}"/>
          </ac:spMkLst>
        </pc:spChg>
        <pc:spChg chg="mod">
          <ac:chgData name="Jake" userId="363cc623-dfb4-4f05-b8b1-e02724349bd7" providerId="ADAL" clId="{72831D8E-F67F-4196-93BE-A601DF3F9C70}" dt="2022-08-17T22:20:14.897" v="22" actId="164"/>
          <ac:spMkLst>
            <pc:docMk/>
            <pc:sldMk cId="3329850755" sldId="256"/>
            <ac:spMk id="15" creationId="{3026C2BC-D701-4124-940C-2BF6B7D34167}"/>
          </ac:spMkLst>
        </pc:spChg>
        <pc:grpChg chg="add mod">
          <ac:chgData name="Jake" userId="363cc623-dfb4-4f05-b8b1-e02724349bd7" providerId="ADAL" clId="{72831D8E-F67F-4196-93BE-A601DF3F9C70}" dt="2022-08-17T22:25:23.349" v="65" actId="1076"/>
          <ac:grpSpMkLst>
            <pc:docMk/>
            <pc:sldMk cId="3329850755" sldId="256"/>
            <ac:grpSpMk id="8" creationId="{B0DD9F93-02D7-4F84-8BF1-7D3DEDEB056A}"/>
          </ac:grpSpMkLst>
        </pc:grpChg>
        <pc:grpChg chg="add mod">
          <ac:chgData name="Jake" userId="363cc623-dfb4-4f05-b8b1-e02724349bd7" providerId="ADAL" clId="{72831D8E-F67F-4196-93BE-A601DF3F9C70}" dt="2022-08-17T22:25:09.981" v="61" actId="1076"/>
          <ac:grpSpMkLst>
            <pc:docMk/>
            <pc:sldMk cId="3329850755" sldId="256"/>
            <ac:grpSpMk id="9" creationId="{0A44E9AD-42B0-4418-8A8A-6E2039FB777A}"/>
          </ac:grpSpMkLst>
        </pc:grpChg>
        <pc:grpChg chg="add mod">
          <ac:chgData name="Jake" userId="363cc623-dfb4-4f05-b8b1-e02724349bd7" providerId="ADAL" clId="{72831D8E-F67F-4196-93BE-A601DF3F9C70}" dt="2022-08-17T22:25:15.147" v="63" actId="1076"/>
          <ac:grpSpMkLst>
            <pc:docMk/>
            <pc:sldMk cId="3329850755" sldId="256"/>
            <ac:grpSpMk id="10" creationId="{5A74E079-5768-423D-9FDB-2BE03507EC00}"/>
          </ac:grpSpMkLst>
        </pc:grpChg>
        <pc:grpChg chg="add mod">
          <ac:chgData name="Jake" userId="363cc623-dfb4-4f05-b8b1-e02724349bd7" providerId="ADAL" clId="{72831D8E-F67F-4196-93BE-A601DF3F9C70}" dt="2022-08-17T22:25:18.125" v="64" actId="1076"/>
          <ac:grpSpMkLst>
            <pc:docMk/>
            <pc:sldMk cId="3329850755" sldId="256"/>
            <ac:grpSpMk id="12" creationId="{2E233832-C8BE-40F8-A381-5993245B0042}"/>
          </ac:grpSpMkLst>
        </pc:grpChg>
        <pc:grpChg chg="add mod">
          <ac:chgData name="Jake" userId="363cc623-dfb4-4f05-b8b1-e02724349bd7" providerId="ADAL" clId="{72831D8E-F67F-4196-93BE-A601DF3F9C70}" dt="2022-08-17T22:24:55.190" v="56" actId="1076"/>
          <ac:grpSpMkLst>
            <pc:docMk/>
            <pc:sldMk cId="3329850755" sldId="256"/>
            <ac:grpSpMk id="14" creationId="{F263FEFC-8BAE-4C94-8196-3787A11DA1D7}"/>
          </ac:grpSpMkLst>
        </pc:grpChg>
        <pc:picChg chg="mod">
          <ac:chgData name="Jake" userId="363cc623-dfb4-4f05-b8b1-e02724349bd7" providerId="ADAL" clId="{72831D8E-F67F-4196-93BE-A601DF3F9C70}" dt="2022-08-17T22:20:42.191" v="31" actId="164"/>
          <ac:picMkLst>
            <pc:docMk/>
            <pc:sldMk cId="3329850755" sldId="256"/>
            <ac:picMk id="1026" creationId="{1BDA4C70-6335-4AED-9419-7B24F9E607A2}"/>
          </ac:picMkLst>
        </pc:picChg>
        <pc:picChg chg="mod">
          <ac:chgData name="Jake" userId="363cc623-dfb4-4f05-b8b1-e02724349bd7" providerId="ADAL" clId="{72831D8E-F67F-4196-93BE-A601DF3F9C70}" dt="2022-08-17T22:20:36.897" v="29" actId="164"/>
          <ac:picMkLst>
            <pc:docMk/>
            <pc:sldMk cId="3329850755" sldId="256"/>
            <ac:picMk id="1028" creationId="{DFA8C03B-A2D4-4B31-8D15-2EF066EE6BDA}"/>
          </ac:picMkLst>
        </pc:picChg>
        <pc:picChg chg="mod">
          <ac:chgData name="Jake" userId="363cc623-dfb4-4f05-b8b1-e02724349bd7" providerId="ADAL" clId="{72831D8E-F67F-4196-93BE-A601DF3F9C70}" dt="2022-08-17T22:20:23.236" v="26" actId="164"/>
          <ac:picMkLst>
            <pc:docMk/>
            <pc:sldMk cId="3329850755" sldId="256"/>
            <ac:picMk id="1034" creationId="{B5C38656-3D14-40A1-A969-B20323CEF76F}"/>
          </ac:picMkLst>
        </pc:picChg>
        <pc:picChg chg="mod">
          <ac:chgData name="Jake" userId="363cc623-dfb4-4f05-b8b1-e02724349bd7" providerId="ADAL" clId="{72831D8E-F67F-4196-93BE-A601DF3F9C70}" dt="2022-08-17T22:20:19.711" v="24" actId="164"/>
          <ac:picMkLst>
            <pc:docMk/>
            <pc:sldMk cId="3329850755" sldId="256"/>
            <ac:picMk id="1036" creationId="{BC2A0326-9357-4A75-A6CB-E8528627586D}"/>
          </ac:picMkLst>
        </pc:picChg>
        <pc:picChg chg="mod">
          <ac:chgData name="Jake" userId="363cc623-dfb4-4f05-b8b1-e02724349bd7" providerId="ADAL" clId="{72831D8E-F67F-4196-93BE-A601DF3F9C70}" dt="2022-08-17T22:20:14.897" v="22" actId="164"/>
          <ac:picMkLst>
            <pc:docMk/>
            <pc:sldMk cId="3329850755" sldId="256"/>
            <ac:picMk id="1038" creationId="{0759C7C7-C2FA-4191-9AEB-6814CC832A68}"/>
          </ac:picMkLst>
        </pc:picChg>
        <pc:cxnChg chg="add mod">
          <ac:chgData name="Jake" userId="363cc623-dfb4-4f05-b8b1-e02724349bd7" providerId="ADAL" clId="{72831D8E-F67F-4196-93BE-A601DF3F9C70}" dt="2022-08-17T22:28:18.453" v="70" actId="14100"/>
          <ac:cxnSpMkLst>
            <pc:docMk/>
            <pc:sldMk cId="3329850755" sldId="256"/>
            <ac:cxnSpMk id="21" creationId="{C28FB447-E637-4BAF-8EEE-275CE4476CDC}"/>
          </ac:cxnSpMkLst>
        </pc:cxnChg>
        <pc:cxnChg chg="add mod">
          <ac:chgData name="Jake" userId="363cc623-dfb4-4f05-b8b1-e02724349bd7" providerId="ADAL" clId="{72831D8E-F67F-4196-93BE-A601DF3F9C70}" dt="2022-08-17T22:28:18.453" v="70" actId="14100"/>
          <ac:cxnSpMkLst>
            <pc:docMk/>
            <pc:sldMk cId="3329850755" sldId="256"/>
            <ac:cxnSpMk id="22" creationId="{1665707F-7493-4927-8C46-8A8D0411A14E}"/>
          </ac:cxnSpMkLst>
        </pc:cxnChg>
        <pc:cxnChg chg="add mod">
          <ac:chgData name="Jake" userId="363cc623-dfb4-4f05-b8b1-e02724349bd7" providerId="ADAL" clId="{72831D8E-F67F-4196-93BE-A601DF3F9C70}" dt="2022-08-17T22:28:18.453" v="70" actId="14100"/>
          <ac:cxnSpMkLst>
            <pc:docMk/>
            <pc:sldMk cId="3329850755" sldId="256"/>
            <ac:cxnSpMk id="23" creationId="{5CC80E52-635D-4BE8-8F89-7FE7345EE454}"/>
          </ac:cxnSpMkLst>
        </pc:cxnChg>
        <pc:cxnChg chg="add mod">
          <ac:chgData name="Jake" userId="363cc623-dfb4-4f05-b8b1-e02724349bd7" providerId="ADAL" clId="{72831D8E-F67F-4196-93BE-A601DF3F9C70}" dt="2022-08-17T22:28:18.453" v="70" actId="14100"/>
          <ac:cxnSpMkLst>
            <pc:docMk/>
            <pc:sldMk cId="3329850755" sldId="256"/>
            <ac:cxnSpMk id="24" creationId="{1703D0AD-0A3B-4B27-B57A-375697118749}"/>
          </ac:cxnSpMkLst>
        </pc:cxnChg>
      </pc:sldChg>
      <pc:sldChg chg="addSp delSp modSp mod setBg">
        <pc:chgData name="Jake" userId="363cc623-dfb4-4f05-b8b1-e02724349bd7" providerId="ADAL" clId="{72831D8E-F67F-4196-93BE-A601DF3F9C70}" dt="2022-08-17T22:31:09.570" v="78"/>
        <pc:sldMkLst>
          <pc:docMk/>
          <pc:sldMk cId="1234645798" sldId="257"/>
        </pc:sldMkLst>
        <pc:spChg chg="mod">
          <ac:chgData name="Jake" userId="363cc623-dfb4-4f05-b8b1-e02724349bd7" providerId="ADAL" clId="{72831D8E-F67F-4196-93BE-A601DF3F9C70}" dt="2022-08-17T22:20:05.967" v="20" actId="164"/>
          <ac:spMkLst>
            <pc:docMk/>
            <pc:sldMk cId="1234645798" sldId="257"/>
            <ac:spMk id="4" creationId="{3AC0D654-93B2-4168-8EB6-082E5DAEA9E5}"/>
          </ac:spMkLst>
        </pc:spChg>
        <pc:spChg chg="mod">
          <ac:chgData name="Jake" userId="363cc623-dfb4-4f05-b8b1-e02724349bd7" providerId="ADAL" clId="{72831D8E-F67F-4196-93BE-A601DF3F9C70}" dt="2022-08-17T22:19:51.351" v="17" actId="164"/>
          <ac:spMkLst>
            <pc:docMk/>
            <pc:sldMk cId="1234645798" sldId="257"/>
            <ac:spMk id="6" creationId="{18D1F997-88A8-457F-8420-C721DD9716F2}"/>
          </ac:spMkLst>
        </pc:spChg>
        <pc:spChg chg="mod">
          <ac:chgData name="Jake" userId="363cc623-dfb4-4f05-b8b1-e02724349bd7" providerId="ADAL" clId="{72831D8E-F67F-4196-93BE-A601DF3F9C70}" dt="2022-08-17T22:19:45.079" v="15" actId="164"/>
          <ac:spMkLst>
            <pc:docMk/>
            <pc:sldMk cId="1234645798" sldId="257"/>
            <ac:spMk id="11" creationId="{20E4748E-40EF-4B46-98D1-0082B681DBDE}"/>
          </ac:spMkLst>
        </pc:spChg>
        <pc:spChg chg="mod">
          <ac:chgData name="Jake" userId="363cc623-dfb4-4f05-b8b1-e02724349bd7" providerId="ADAL" clId="{72831D8E-F67F-4196-93BE-A601DF3F9C70}" dt="2022-08-17T22:19:33.539" v="12" actId="164"/>
          <ac:spMkLst>
            <pc:docMk/>
            <pc:sldMk cId="1234645798" sldId="257"/>
            <ac:spMk id="13" creationId="{0AB7711C-FEB6-4B47-A226-7A69B03CBABE}"/>
          </ac:spMkLst>
        </pc:spChg>
        <pc:spChg chg="mod">
          <ac:chgData name="Jake" userId="363cc623-dfb4-4f05-b8b1-e02724349bd7" providerId="ADAL" clId="{72831D8E-F67F-4196-93BE-A601DF3F9C70}" dt="2022-08-17T22:19:14.135" v="8" actId="164"/>
          <ac:spMkLst>
            <pc:docMk/>
            <pc:sldMk cId="1234645798" sldId="257"/>
            <ac:spMk id="15" creationId="{3026C2BC-D701-4124-940C-2BF6B7D34167}"/>
          </ac:spMkLst>
        </pc:spChg>
        <pc:spChg chg="mod">
          <ac:chgData name="Jake" userId="363cc623-dfb4-4f05-b8b1-e02724349bd7" providerId="ADAL" clId="{72831D8E-F67F-4196-93BE-A601DF3F9C70}" dt="2022-08-17T22:19:24.236" v="10" actId="164"/>
          <ac:spMkLst>
            <pc:docMk/>
            <pc:sldMk cId="1234645798" sldId="257"/>
            <ac:spMk id="18" creationId="{9E4B7C7C-5251-4276-9528-D949CB1E20FD}"/>
          </ac:spMkLst>
        </pc:spChg>
        <pc:grpChg chg="add mod">
          <ac:chgData name="Jake" userId="363cc623-dfb4-4f05-b8b1-e02724349bd7" providerId="ADAL" clId="{72831D8E-F67F-4196-93BE-A601DF3F9C70}" dt="2022-08-17T22:24:23.432" v="48" actId="1076"/>
          <ac:grpSpMkLst>
            <pc:docMk/>
            <pc:sldMk cId="1234645798" sldId="257"/>
            <ac:grpSpMk id="2" creationId="{3191253E-F8FB-4B53-B4FE-CE4C7A760FCD}"/>
          </ac:grpSpMkLst>
        </pc:grpChg>
        <pc:grpChg chg="add mod">
          <ac:chgData name="Jake" userId="363cc623-dfb4-4f05-b8b1-e02724349bd7" providerId="ADAL" clId="{72831D8E-F67F-4196-93BE-A601DF3F9C70}" dt="2022-08-17T22:24:17.048" v="47" actId="1076"/>
          <ac:grpSpMkLst>
            <pc:docMk/>
            <pc:sldMk cId="1234645798" sldId="257"/>
            <ac:grpSpMk id="3" creationId="{1E2C3C4B-2B61-48BB-B300-0DA8D107602A}"/>
          </ac:grpSpMkLst>
        </pc:grpChg>
        <pc:grpChg chg="add mod">
          <ac:chgData name="Jake" userId="363cc623-dfb4-4f05-b8b1-e02724349bd7" providerId="ADAL" clId="{72831D8E-F67F-4196-93BE-A601DF3F9C70}" dt="2022-08-17T22:24:28.028" v="49" actId="1076"/>
          <ac:grpSpMkLst>
            <pc:docMk/>
            <pc:sldMk cId="1234645798" sldId="257"/>
            <ac:grpSpMk id="5" creationId="{F6C9AA2A-8CA8-492C-9944-268E886E62FD}"/>
          </ac:grpSpMkLst>
        </pc:grpChg>
        <pc:grpChg chg="add mod">
          <ac:chgData name="Jake" userId="363cc623-dfb4-4f05-b8b1-e02724349bd7" providerId="ADAL" clId="{72831D8E-F67F-4196-93BE-A601DF3F9C70}" dt="2022-08-17T22:24:33.955" v="51" actId="1076"/>
          <ac:grpSpMkLst>
            <pc:docMk/>
            <pc:sldMk cId="1234645798" sldId="257"/>
            <ac:grpSpMk id="7" creationId="{9D2113B8-2382-462E-AD8E-6B33A93DC4EE}"/>
          </ac:grpSpMkLst>
        </pc:grpChg>
        <pc:grpChg chg="add mod">
          <ac:chgData name="Jake" userId="363cc623-dfb4-4f05-b8b1-e02724349bd7" providerId="ADAL" clId="{72831D8E-F67F-4196-93BE-A601DF3F9C70}" dt="2022-08-17T22:24:45.099" v="53" actId="1076"/>
          <ac:grpSpMkLst>
            <pc:docMk/>
            <pc:sldMk cId="1234645798" sldId="257"/>
            <ac:grpSpMk id="8" creationId="{1025C0BC-DA5E-4300-A1C4-3769C8E0E53A}"/>
          </ac:grpSpMkLst>
        </pc:grpChg>
        <pc:grpChg chg="add mod">
          <ac:chgData name="Jake" userId="363cc623-dfb4-4f05-b8b1-e02724349bd7" providerId="ADAL" clId="{72831D8E-F67F-4196-93BE-A601DF3F9C70}" dt="2022-08-17T22:23:43.400" v="39" actId="1076"/>
          <ac:grpSpMkLst>
            <pc:docMk/>
            <pc:sldMk cId="1234645798" sldId="257"/>
            <ac:grpSpMk id="9" creationId="{BECB764D-D34B-4974-A466-74FC6C0F96BD}"/>
          </ac:grpSpMkLst>
        </pc:grpChg>
        <pc:picChg chg="mod">
          <ac:chgData name="Jake" userId="363cc623-dfb4-4f05-b8b1-e02724349bd7" providerId="ADAL" clId="{72831D8E-F67F-4196-93BE-A601DF3F9C70}" dt="2022-08-17T22:20:05.967" v="20" actId="164"/>
          <ac:picMkLst>
            <pc:docMk/>
            <pc:sldMk cId="1234645798" sldId="257"/>
            <ac:picMk id="2050" creationId="{80A1C623-2B0F-48D1-9880-47C2EB5513D0}"/>
          </ac:picMkLst>
        </pc:picChg>
        <pc:picChg chg="mod">
          <ac:chgData name="Jake" userId="363cc623-dfb4-4f05-b8b1-e02724349bd7" providerId="ADAL" clId="{72831D8E-F67F-4196-93BE-A601DF3F9C70}" dt="2022-08-17T22:19:51.351" v="17" actId="164"/>
          <ac:picMkLst>
            <pc:docMk/>
            <pc:sldMk cId="1234645798" sldId="257"/>
            <ac:picMk id="2052" creationId="{74DD7EEA-2608-4E89-8CB1-9D5D0C2F0BCA}"/>
          </ac:picMkLst>
        </pc:picChg>
        <pc:picChg chg="mod">
          <ac:chgData name="Jake" userId="363cc623-dfb4-4f05-b8b1-e02724349bd7" providerId="ADAL" clId="{72831D8E-F67F-4196-93BE-A601DF3F9C70}" dt="2022-08-17T22:19:45.079" v="15" actId="164"/>
          <ac:picMkLst>
            <pc:docMk/>
            <pc:sldMk cId="1234645798" sldId="257"/>
            <ac:picMk id="2054" creationId="{E68FAECF-4322-41C1-9A70-298B6A7E50A3}"/>
          </ac:picMkLst>
        </pc:picChg>
        <pc:picChg chg="mod">
          <ac:chgData name="Jake" userId="363cc623-dfb4-4f05-b8b1-e02724349bd7" providerId="ADAL" clId="{72831D8E-F67F-4196-93BE-A601DF3F9C70}" dt="2022-08-17T22:19:14.135" v="8" actId="164"/>
          <ac:picMkLst>
            <pc:docMk/>
            <pc:sldMk cId="1234645798" sldId="257"/>
            <ac:picMk id="2056" creationId="{EDF74B1C-4C9A-44AB-B5AE-94998EE1D090}"/>
          </ac:picMkLst>
        </pc:picChg>
        <pc:picChg chg="mod">
          <ac:chgData name="Jake" userId="363cc623-dfb4-4f05-b8b1-e02724349bd7" providerId="ADAL" clId="{72831D8E-F67F-4196-93BE-A601DF3F9C70}" dt="2022-08-17T22:19:33.539" v="12" actId="164"/>
          <ac:picMkLst>
            <pc:docMk/>
            <pc:sldMk cId="1234645798" sldId="257"/>
            <ac:picMk id="2058" creationId="{1A101977-74AE-419A-9C24-38725C14A647}"/>
          </ac:picMkLst>
        </pc:picChg>
        <pc:picChg chg="mod">
          <ac:chgData name="Jake" userId="363cc623-dfb4-4f05-b8b1-e02724349bd7" providerId="ADAL" clId="{72831D8E-F67F-4196-93BE-A601DF3F9C70}" dt="2022-08-17T22:19:24.236" v="10" actId="164"/>
          <ac:picMkLst>
            <pc:docMk/>
            <pc:sldMk cId="1234645798" sldId="257"/>
            <ac:picMk id="2060" creationId="{9D6A0B3F-A27E-47B1-A7DF-FF31DC541816}"/>
          </ac:picMkLst>
        </pc:picChg>
        <pc:cxnChg chg="add mod">
          <ac:chgData name="Jake" userId="363cc623-dfb4-4f05-b8b1-e02724349bd7" providerId="ADAL" clId="{72831D8E-F67F-4196-93BE-A601DF3F9C70}" dt="2022-08-17T22:28:34.494" v="76" actId="14100"/>
          <ac:cxnSpMkLst>
            <pc:docMk/>
            <pc:sldMk cId="1234645798" sldId="257"/>
            <ac:cxnSpMk id="12" creationId="{1D9F2A59-8BDF-4A18-B66A-29DBAB817992}"/>
          </ac:cxnSpMkLst>
        </pc:cxnChg>
        <pc:cxnChg chg="add del">
          <ac:chgData name="Jake" userId="363cc623-dfb4-4f05-b8b1-e02724349bd7" providerId="ADAL" clId="{72831D8E-F67F-4196-93BE-A601DF3F9C70}" dt="2022-08-17T22:23:47.428" v="41"/>
          <ac:cxnSpMkLst>
            <pc:docMk/>
            <pc:sldMk cId="1234645798" sldId="257"/>
            <ac:cxnSpMk id="27" creationId="{DE4C9DD5-1954-40D5-95A4-D2C536B71F1E}"/>
          </ac:cxnSpMkLst>
        </pc:cxnChg>
        <pc:cxnChg chg="add mod">
          <ac:chgData name="Jake" userId="363cc623-dfb4-4f05-b8b1-e02724349bd7" providerId="ADAL" clId="{72831D8E-F67F-4196-93BE-A601DF3F9C70}" dt="2022-08-17T22:28:34.494" v="76" actId="14100"/>
          <ac:cxnSpMkLst>
            <pc:docMk/>
            <pc:sldMk cId="1234645798" sldId="257"/>
            <ac:cxnSpMk id="28" creationId="{0AFB25EC-B89F-46E6-ACA1-7FAF7A29D1BE}"/>
          </ac:cxnSpMkLst>
        </pc:cxnChg>
        <pc:cxnChg chg="add mod">
          <ac:chgData name="Jake" userId="363cc623-dfb4-4f05-b8b1-e02724349bd7" providerId="ADAL" clId="{72831D8E-F67F-4196-93BE-A601DF3F9C70}" dt="2022-08-17T22:28:34.494" v="76" actId="14100"/>
          <ac:cxnSpMkLst>
            <pc:docMk/>
            <pc:sldMk cId="1234645798" sldId="257"/>
            <ac:cxnSpMk id="29" creationId="{48401DAB-B96C-4CF6-B89C-A2698DFF4114}"/>
          </ac:cxnSpMkLst>
        </pc:cxnChg>
        <pc:cxnChg chg="add mod">
          <ac:chgData name="Jake" userId="363cc623-dfb4-4f05-b8b1-e02724349bd7" providerId="ADAL" clId="{72831D8E-F67F-4196-93BE-A601DF3F9C70}" dt="2022-08-17T22:28:34.494" v="76" actId="14100"/>
          <ac:cxnSpMkLst>
            <pc:docMk/>
            <pc:sldMk cId="1234645798" sldId="257"/>
            <ac:cxnSpMk id="30" creationId="{6AD6E718-063F-4E9A-B3A4-33453B4B3126}"/>
          </ac:cxnSpMkLst>
        </pc:cxnChg>
        <pc:cxnChg chg="add mod">
          <ac:chgData name="Jake" userId="363cc623-dfb4-4f05-b8b1-e02724349bd7" providerId="ADAL" clId="{72831D8E-F67F-4196-93BE-A601DF3F9C70}" dt="2022-08-17T22:28:34.494" v="76" actId="14100"/>
          <ac:cxnSpMkLst>
            <pc:docMk/>
            <pc:sldMk cId="1234645798" sldId="257"/>
            <ac:cxnSpMk id="31" creationId="{530D1025-D2A1-4D83-9EFE-C7F62A25277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C25F7-A83E-47AE-9CB0-E2CBFE0395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1D6E2-E321-4A9A-BDCA-8D8312A70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8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9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9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3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6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9588F-A818-4913-8504-603553AC93ED}" type="datetimeFigureOut">
              <a:rPr lang="en-US" smtClean="0"/>
              <a:t>8/17/2022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559B8-1265-4DB3-AA68-1678AAAE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6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63FEFC-8BAE-4C94-8196-3787A11DA1D7}"/>
              </a:ext>
            </a:extLst>
          </p:cNvPr>
          <p:cNvGrpSpPr/>
          <p:nvPr/>
        </p:nvGrpSpPr>
        <p:grpSpPr>
          <a:xfrm>
            <a:off x="650748" y="420444"/>
            <a:ext cx="6445269" cy="1005840"/>
            <a:chOff x="487680" y="376011"/>
            <a:chExt cx="5859335" cy="9144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C0D654-93B2-4168-8EB6-082E5DAEA9E5}"/>
                </a:ext>
              </a:extLst>
            </p:cNvPr>
            <p:cNvSpPr txBox="1"/>
            <p:nvPr/>
          </p:nvSpPr>
          <p:spPr>
            <a:xfrm>
              <a:off x="1509502" y="417712"/>
              <a:ext cx="4837513" cy="822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Monitor Arm Tools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BDA4C70-6335-4AED-9419-7B24F9E60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376011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233832-C8BE-40F8-A381-5993245B0042}"/>
              </a:ext>
            </a:extLst>
          </p:cNvPr>
          <p:cNvGrpSpPr/>
          <p:nvPr/>
        </p:nvGrpSpPr>
        <p:grpSpPr>
          <a:xfrm>
            <a:off x="650748" y="2054707"/>
            <a:ext cx="6564789" cy="1005840"/>
            <a:chOff x="487680" y="1841265"/>
            <a:chExt cx="5967990" cy="9144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D1F997-88A8-457F-8420-C721DD9716F2}"/>
                </a:ext>
              </a:extLst>
            </p:cNvPr>
            <p:cNvSpPr txBox="1"/>
            <p:nvPr/>
          </p:nvSpPr>
          <p:spPr>
            <a:xfrm>
              <a:off x="1509502" y="1882967"/>
              <a:ext cx="4946168" cy="822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Keyboard &amp; Mouse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FA8C03B-A2D4-4B31-8D15-2EF066EE6B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1841265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74E079-5768-423D-9FDB-2BE03507EC00}"/>
              </a:ext>
            </a:extLst>
          </p:cNvPr>
          <p:cNvGrpSpPr/>
          <p:nvPr/>
        </p:nvGrpSpPr>
        <p:grpSpPr>
          <a:xfrm>
            <a:off x="650748" y="3601219"/>
            <a:ext cx="6479637" cy="1717393"/>
            <a:chOff x="487680" y="3152761"/>
            <a:chExt cx="5890579" cy="1561267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B5C38656-3D14-40A1-A969-B20323CEF7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3480391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E4748E-40EF-4B46-98D1-0082B681DBDE}"/>
                </a:ext>
              </a:extLst>
            </p:cNvPr>
            <p:cNvSpPr txBox="1"/>
            <p:nvPr/>
          </p:nvSpPr>
          <p:spPr>
            <a:xfrm>
              <a:off x="1509502" y="3152761"/>
              <a:ext cx="4868757" cy="1561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Equipment</a:t>
              </a:r>
            </a:p>
            <a:p>
              <a:r>
                <a:rPr lang="en-US" sz="5280" dirty="0"/>
                <a:t>(Router, Switch, ...)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44E9AD-42B0-4418-8A8A-6E2039FB777A}"/>
              </a:ext>
            </a:extLst>
          </p:cNvPr>
          <p:cNvGrpSpPr/>
          <p:nvPr/>
        </p:nvGrpSpPr>
        <p:grpSpPr>
          <a:xfrm>
            <a:off x="842560" y="5756244"/>
            <a:ext cx="6068306" cy="1717393"/>
            <a:chOff x="487680" y="5143165"/>
            <a:chExt cx="5516642" cy="156126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BC2A0326-9357-4A75-A6CB-E85286275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5470795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B7711C-FEB6-4B47-A226-7A69B03CBABE}"/>
                </a:ext>
              </a:extLst>
            </p:cNvPr>
            <p:cNvSpPr txBox="1"/>
            <p:nvPr/>
          </p:nvSpPr>
          <p:spPr>
            <a:xfrm>
              <a:off x="1509502" y="5143165"/>
              <a:ext cx="4494820" cy="1561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Disk (M.2, RAM,</a:t>
              </a:r>
            </a:p>
            <a:p>
              <a:r>
                <a:rPr lang="en-US" sz="5280" dirty="0"/>
                <a:t>SSD, HDD, SATA3)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B0DD9F93-02D7-4F84-8BF1-7D3DEDEB056A}"/>
              </a:ext>
            </a:extLst>
          </p:cNvPr>
          <p:cNvGrpSpPr/>
          <p:nvPr/>
        </p:nvGrpSpPr>
        <p:grpSpPr>
          <a:xfrm>
            <a:off x="1186898" y="7957819"/>
            <a:ext cx="5374527" cy="1717393"/>
            <a:chOff x="487680" y="7198329"/>
            <a:chExt cx="4885933" cy="1561267"/>
          </a:xfrm>
        </p:grpSpPr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0759C7C7-C2FA-4191-9AEB-6814CC832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7525959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26C2BC-D701-4124-940C-2BF6B7D34167}"/>
                </a:ext>
              </a:extLst>
            </p:cNvPr>
            <p:cNvSpPr txBox="1"/>
            <p:nvPr/>
          </p:nvSpPr>
          <p:spPr>
            <a:xfrm>
              <a:off x="1509502" y="7198329"/>
              <a:ext cx="3864111" cy="1561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Hub (Extender,</a:t>
              </a:r>
            </a:p>
            <a:p>
              <a:r>
                <a:rPr lang="en-US" sz="5280" dirty="0"/>
                <a:t>Converter, ...)</a:t>
              </a:r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28FB447-E637-4BAF-8EEE-275CE4476CDC}"/>
              </a:ext>
            </a:extLst>
          </p:cNvPr>
          <p:cNvCxnSpPr>
            <a:cxnSpLocks/>
          </p:cNvCxnSpPr>
          <p:nvPr/>
        </p:nvCxnSpPr>
        <p:spPr>
          <a:xfrm>
            <a:off x="0" y="1719428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665707F-7493-4927-8C46-8A8D0411A14E}"/>
              </a:ext>
            </a:extLst>
          </p:cNvPr>
          <p:cNvCxnSpPr>
            <a:cxnSpLocks/>
          </p:cNvCxnSpPr>
          <p:nvPr/>
        </p:nvCxnSpPr>
        <p:spPr>
          <a:xfrm>
            <a:off x="0" y="3395828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CC80E52-635D-4BE8-8F89-7FE7345EE454}"/>
              </a:ext>
            </a:extLst>
          </p:cNvPr>
          <p:cNvCxnSpPr>
            <a:cxnSpLocks/>
          </p:cNvCxnSpPr>
          <p:nvPr/>
        </p:nvCxnSpPr>
        <p:spPr>
          <a:xfrm>
            <a:off x="0" y="5533238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703D0AD-0A3B-4B27-B57A-375697118749}"/>
              </a:ext>
            </a:extLst>
          </p:cNvPr>
          <p:cNvCxnSpPr>
            <a:cxnSpLocks/>
          </p:cNvCxnSpPr>
          <p:nvPr/>
        </p:nvCxnSpPr>
        <p:spPr>
          <a:xfrm>
            <a:off x="0" y="7698588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85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ECB764D-D34B-4974-A466-74FC6C0F96BD}"/>
              </a:ext>
            </a:extLst>
          </p:cNvPr>
          <p:cNvGrpSpPr/>
          <p:nvPr/>
        </p:nvGrpSpPr>
        <p:grpSpPr>
          <a:xfrm>
            <a:off x="385784" y="277619"/>
            <a:ext cx="6976612" cy="1717393"/>
            <a:chOff x="279438" y="137426"/>
            <a:chExt cx="6342374" cy="156126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C0D654-93B2-4168-8EB6-082E5DAEA9E5}"/>
                </a:ext>
              </a:extLst>
            </p:cNvPr>
            <p:cNvSpPr txBox="1"/>
            <p:nvPr/>
          </p:nvSpPr>
          <p:spPr>
            <a:xfrm>
              <a:off x="1216894" y="137426"/>
              <a:ext cx="5404918" cy="1561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Monitor Cable</a:t>
              </a:r>
            </a:p>
            <a:p>
              <a:r>
                <a:rPr lang="en-US" sz="5280" dirty="0"/>
                <a:t>(DP, HDMI, DVI, RGB)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80A1C623-2B0F-48D1-9880-47C2EB5513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438" y="465056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025C0BC-DA5E-4300-A1C4-3769C8E0E53A}"/>
              </a:ext>
            </a:extLst>
          </p:cNvPr>
          <p:cNvGrpSpPr/>
          <p:nvPr/>
        </p:nvGrpSpPr>
        <p:grpSpPr>
          <a:xfrm>
            <a:off x="385784" y="2388500"/>
            <a:ext cx="7139240" cy="1005840"/>
            <a:chOff x="192766" y="1863107"/>
            <a:chExt cx="6490218" cy="9144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D1F997-88A8-457F-8420-C721DD9716F2}"/>
                </a:ext>
              </a:extLst>
            </p:cNvPr>
            <p:cNvSpPr txBox="1"/>
            <p:nvPr/>
          </p:nvSpPr>
          <p:spPr>
            <a:xfrm>
              <a:off x="1214588" y="1909274"/>
              <a:ext cx="5468396" cy="822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Power Cable (AC, DC)</a:t>
              </a:r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74DD7EEA-2608-4E89-8CB1-9D5D0C2F0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66" y="1863107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D2113B8-2382-462E-AD8E-6B33A93DC4EE}"/>
              </a:ext>
            </a:extLst>
          </p:cNvPr>
          <p:cNvGrpSpPr/>
          <p:nvPr/>
        </p:nvGrpSpPr>
        <p:grpSpPr>
          <a:xfrm>
            <a:off x="1281007" y="3753390"/>
            <a:ext cx="5183609" cy="1717393"/>
            <a:chOff x="903819" y="2873198"/>
            <a:chExt cx="4712372" cy="156126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E4748E-40EF-4B46-98D1-0082B681DBDE}"/>
                </a:ext>
              </a:extLst>
            </p:cNvPr>
            <p:cNvSpPr txBox="1"/>
            <p:nvPr/>
          </p:nvSpPr>
          <p:spPr>
            <a:xfrm>
              <a:off x="1893610" y="2873198"/>
              <a:ext cx="3722581" cy="1561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Internet Cable</a:t>
              </a:r>
            </a:p>
            <a:p>
              <a:r>
                <a:rPr lang="en-US" sz="5280" dirty="0"/>
                <a:t>(CAT5E, CAT6)</a:t>
              </a:r>
            </a:p>
          </p:txBody>
        </p:sp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E68FAECF-4322-41C1-9A70-298B6A7E5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819" y="3200828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191253E-F8FB-4B53-B4FE-CE4C7A760FCD}"/>
              </a:ext>
            </a:extLst>
          </p:cNvPr>
          <p:cNvGrpSpPr/>
          <p:nvPr/>
        </p:nvGrpSpPr>
        <p:grpSpPr>
          <a:xfrm>
            <a:off x="2521329" y="7289115"/>
            <a:ext cx="2720095" cy="1005840"/>
            <a:chOff x="2191256" y="6362027"/>
            <a:chExt cx="2472814" cy="9144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26C2BC-D701-4124-940C-2BF6B7D34167}"/>
                </a:ext>
              </a:extLst>
            </p:cNvPr>
            <p:cNvSpPr txBox="1"/>
            <p:nvPr/>
          </p:nvSpPr>
          <p:spPr>
            <a:xfrm>
              <a:off x="3218919" y="6403729"/>
              <a:ext cx="1445151" cy="822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Tools</a:t>
              </a:r>
            </a:p>
          </p:txBody>
        </p:sp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EDF74B1C-4C9A-44AB-B5AE-94998EE1D0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256" y="6362027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6C9AA2A-8CA8-492C-9944-268E886E62FD}"/>
              </a:ext>
            </a:extLst>
          </p:cNvPr>
          <p:cNvGrpSpPr/>
          <p:nvPr/>
        </p:nvGrpSpPr>
        <p:grpSpPr>
          <a:xfrm>
            <a:off x="2119414" y="5799401"/>
            <a:ext cx="3512552" cy="1005840"/>
            <a:chOff x="1816890" y="4750689"/>
            <a:chExt cx="3193229" cy="9144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B7711C-FEB6-4B47-A226-7A69B03CBABE}"/>
                </a:ext>
              </a:extLst>
            </p:cNvPr>
            <p:cNvSpPr txBox="1"/>
            <p:nvPr/>
          </p:nvSpPr>
          <p:spPr>
            <a:xfrm>
              <a:off x="2731290" y="4792392"/>
              <a:ext cx="2278829" cy="822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Material</a:t>
              </a:r>
            </a:p>
          </p:txBody>
        </p:sp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1A101977-74AE-419A-9C24-38725C14A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890" y="4750689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E2C3C4B-2B61-48BB-B300-0DA8D107602A}"/>
              </a:ext>
            </a:extLst>
          </p:cNvPr>
          <p:cNvGrpSpPr/>
          <p:nvPr/>
        </p:nvGrpSpPr>
        <p:grpSpPr>
          <a:xfrm>
            <a:off x="2557421" y="8774938"/>
            <a:ext cx="2637917" cy="1005840"/>
            <a:chOff x="2188208" y="7743206"/>
            <a:chExt cx="2398106" cy="914400"/>
          </a:xfrm>
        </p:grpSpPr>
        <p:pic>
          <p:nvPicPr>
            <p:cNvPr id="2060" name="Picture 12">
              <a:extLst>
                <a:ext uri="{FF2B5EF4-FFF2-40B4-BE49-F238E27FC236}">
                  <a16:creationId xmlns:a16="http://schemas.microsoft.com/office/drawing/2014/main" id="{9D6A0B3F-A27E-47B1-A7DF-FF31DC541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8208" y="7743206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4B7C7C-5251-4276-9528-D949CB1E20FD}"/>
                </a:ext>
              </a:extLst>
            </p:cNvPr>
            <p:cNvSpPr txBox="1"/>
            <p:nvPr/>
          </p:nvSpPr>
          <p:spPr>
            <a:xfrm>
              <a:off x="3096512" y="7784908"/>
              <a:ext cx="1489802" cy="822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280" dirty="0"/>
                <a:t>Trash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9F2A59-8BDF-4A18-B66A-29DBAB817992}"/>
              </a:ext>
            </a:extLst>
          </p:cNvPr>
          <p:cNvCxnSpPr>
            <a:cxnSpLocks/>
          </p:cNvCxnSpPr>
          <p:nvPr/>
        </p:nvCxnSpPr>
        <p:spPr>
          <a:xfrm>
            <a:off x="0" y="2166468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AFB25EC-B89F-46E6-ACA1-7FAF7A29D1BE}"/>
              </a:ext>
            </a:extLst>
          </p:cNvPr>
          <p:cNvCxnSpPr>
            <a:cxnSpLocks/>
          </p:cNvCxnSpPr>
          <p:nvPr/>
        </p:nvCxnSpPr>
        <p:spPr>
          <a:xfrm>
            <a:off x="0" y="3615855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8401DAB-B96C-4CF6-B89C-A2698DFF4114}"/>
              </a:ext>
            </a:extLst>
          </p:cNvPr>
          <p:cNvCxnSpPr>
            <a:cxnSpLocks/>
          </p:cNvCxnSpPr>
          <p:nvPr/>
        </p:nvCxnSpPr>
        <p:spPr>
          <a:xfrm>
            <a:off x="0" y="5546630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AD6E718-063F-4E9A-B3A4-33453B4B3126}"/>
              </a:ext>
            </a:extLst>
          </p:cNvPr>
          <p:cNvCxnSpPr>
            <a:cxnSpLocks/>
          </p:cNvCxnSpPr>
          <p:nvPr/>
        </p:nvCxnSpPr>
        <p:spPr>
          <a:xfrm>
            <a:off x="0" y="7044841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30D1025-D2A1-4D83-9EFE-C7F62A25277E}"/>
              </a:ext>
            </a:extLst>
          </p:cNvPr>
          <p:cNvCxnSpPr>
            <a:cxnSpLocks/>
          </p:cNvCxnSpPr>
          <p:nvPr/>
        </p:nvCxnSpPr>
        <p:spPr>
          <a:xfrm>
            <a:off x="0" y="8540264"/>
            <a:ext cx="77724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64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526E33770B7D40B1E9665C611DBBAD" ma:contentTypeVersion="8" ma:contentTypeDescription="Create a new document." ma:contentTypeScope="" ma:versionID="c517c949996bd0739b3dcb35b21423d0">
  <xsd:schema xmlns:xsd="http://www.w3.org/2001/XMLSchema" xmlns:xs="http://www.w3.org/2001/XMLSchema" xmlns:p="http://schemas.microsoft.com/office/2006/metadata/properties" xmlns:ns2="cb72a2c2-fbee-4bab-93df-ce33fe6ebf0d" targetNamespace="http://schemas.microsoft.com/office/2006/metadata/properties" ma:root="true" ma:fieldsID="2866ffcad87dbd288206bc348d156c62" ns2:_="">
    <xsd:import namespace="cb72a2c2-fbee-4bab-93df-ce33fe6ebf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72a2c2-fbee-4bab-93df-ce33fe6ebf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8707EE-DDCF-400C-B264-3A48232F5455}"/>
</file>

<file path=customXml/itemProps2.xml><?xml version="1.0" encoding="utf-8"?>
<ds:datastoreItem xmlns:ds="http://schemas.openxmlformats.org/officeDocument/2006/customXml" ds:itemID="{FF4D5D8A-D6DC-4358-81A1-2F77F8E41140}"/>
</file>

<file path=customXml/itemProps3.xml><?xml version="1.0" encoding="utf-8"?>
<ds:datastoreItem xmlns:ds="http://schemas.openxmlformats.org/officeDocument/2006/customXml" ds:itemID="{B86763B9-EEEF-402F-9F35-C0048905815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62</Words>
  <Application>Microsoft Office PowerPoint</Application>
  <PresentationFormat>사용자 지정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Jake</dc:creator>
  <cp:lastModifiedBy>Jake</cp:lastModifiedBy>
  <cp:revision>2</cp:revision>
  <cp:lastPrinted>2022-08-17T22:32:36Z</cp:lastPrinted>
  <dcterms:created xsi:type="dcterms:W3CDTF">2022-08-17T20:40:24Z</dcterms:created>
  <dcterms:modified xsi:type="dcterms:W3CDTF">2022-08-17T22:52:41Z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0x0101003A526E33770B7D40B1E9665C611DBBAD</vt:lpwstr>
  </property>
</Properties>
</file>